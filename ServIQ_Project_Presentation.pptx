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19" y="219456"/>
            <a:ext cx="3840480" cy="6428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021" y="384857"/>
            <a:ext cx="2978218" cy="608828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1097280"/>
            <a:ext cx="310896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⚡ REACT.JS &amp; VITE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ServIQ</a:t>
            </a:r>
          </a:p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On-Demand Doorstep Home &amp; Electrical Services Booking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Arial"/>
              </a:defRPr>
            </a:pPr>
            <a:r>
              <a:t>A production-grade, highly responsive web application enabling seamless doorstep service exploration, transparent fixed pricing, interactive photo galleries, instant appointment scheduling, and persistent booking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62179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👨‍💻 Project Developer: Ajay M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Role: Junior Software Developer | Specialty: React.js &amp; Modern Frontend Engineering</a:t>
            </a:r>
          </a:p>
          <a:p>
            <a:pPr>
              <a:defRPr sz="1050">
                <a:solidFill>
                  <a:srgbClr val="10B981"/>
                </a:solidFill>
                <a:latin typeface="Arial"/>
              </a:defRPr>
            </a:pPr>
            <a:r>
              <a:t>Tech Stack: React.js (v19) • Vite • JavaScript (ES6+) • CSS3 • React Router v6 • LocalStorage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⚠️ THE INDUSTRY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Hidden &amp; Unpredictable Pricing: </a:t>
            </a:r>
            <a:r>
              <a:rPr b="0">
                <a:solidFill>
                  <a:srgbClr val="475569"/>
                </a:solidFill>
              </a:rPr>
              <a:t>Customers face surprise diagnostic inspection fees and fluctuating labor estimates without standard baselines.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Unverified Technicians: </a:t>
            </a:r>
            <a:r>
              <a:rPr b="0">
                <a:solidFill>
                  <a:srgbClr val="475569"/>
                </a:solidFill>
              </a:rPr>
              <a:t>Lack of safety assurances, background verification, or quality checks for doorstep handymen.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Friction in Scheduling: </a:t>
            </a:r>
            <a:r>
              <a:rPr b="0">
                <a:solidFill>
                  <a:srgbClr val="475569"/>
                </a:solidFill>
              </a:rPr>
              <a:t>Traditional booking requires repeated phone calls, manual coordination, and indefinite waiting times.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No Post-Service Warranty: </a:t>
            </a:r>
            <a:r>
              <a:rPr b="0">
                <a:solidFill>
                  <a:srgbClr val="475569"/>
                </a:solidFill>
              </a:rPr>
              <a:t>Zero accountability if an electrical or plumbing repair malfunctions shortly after completion.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120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✨ THE SERVIQ DIGITAL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100% Upfront Fixed Pricing: </a:t>
            </a:r>
            <a:r>
              <a:rPr b="0">
                <a:solidFill>
                  <a:srgbClr val="475569"/>
                </a:solidFill>
              </a:rPr>
              <a:t>Standardized rates (e.g. ₹399 - ₹2,499) displayed upfront with complete checklists of inclusions.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Certified &amp; Background-Checked Experts: </a:t>
            </a:r>
            <a:r>
              <a:rPr b="0">
                <a:solidFill>
                  <a:srgbClr val="475569"/>
                </a:solidFill>
              </a:rPr>
              <a:t>Every service is serviced by verified, trained professionals with authentic identity verification.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Instant 3-Step Scheduling: </a:t>
            </a:r>
            <a:r>
              <a:rPr b="0">
                <a:solidFill>
                  <a:srgbClr val="475569"/>
                </a:solidFill>
              </a:rPr>
              <a:t>Pick a preferred 2-hour slot (09:00 AM to 07:00 PM), input address, and confirm in under 60 seconds.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Pay After Service &amp; 30-Day Guarantee: </a:t>
            </a:r>
            <a:r>
              <a:rPr b="0">
                <a:solidFill>
                  <a:srgbClr val="475569"/>
                </a:solidFill>
              </a:rPr>
              <a:t>Customers can pay via cash or UPI after satisfactory job completion, backed by a 30-day rework warranty.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Objectives &amp; Technical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5943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81328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Modular Component Architecture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Build cleanly decoupled, reusable React components (ServiceCard, ServiceList, BookingForm, NavBar, Footer, Button) adhering to standard separation of concerns.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594360" cy="5943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481328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Centralized State Management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Leverage React Hooks (useState, useEffect, useMemo) and React Context API to achieve responsive client-side state without external state bloat.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3154680"/>
            <a:ext cx="5943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81528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Persistent Client Storage Layer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Establish synchronous, zero-latency local storage mechanisms utilizing LocalStorage for booking schedules, status transitions, and user profile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3154680"/>
            <a:ext cx="594360" cy="5943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081528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Rich Visual Media Experience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Integrate high-definition photography across all service cards and provide interactive multi-view photo galleries for specialized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754880"/>
            <a:ext cx="5943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681728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Dynamic Multi-Criteria Filtering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Implement instantaneous client-side keyword search, 8-category filter pills, and multi-tier sorting (rating, price, recommendation).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594360" cy="5943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81728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Responsive Production Standard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Ensure seamless layout adaptation across mobile viewports, tablets, laptops, and ultra-wide desktop monitors with fluid CSS styling.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 &amp; Core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FRONTEND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React.js (v19)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Provides component lifecycle hooks, dynamic Virtual DOM updates, and declarative UI 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BUILD TOOLING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Vite (v6)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Delivers ultra-fast Hot Module Replacement (HMR) and optimized ES-module bundling for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38328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CLIENT-SIDE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React Router (v6)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Manages declarative browser history routing, parameterized URLs (/services/:id), and deep-linking.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338328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STYLING &amp; UI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062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CSS3 Design System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Custom responsive flexbox/grid layouts, CSS variables, glassmorphism overlays, and micro-transitions.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49039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749039"/>
            <a:ext cx="33832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GLOBAL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062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Context API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Coordinates user authentication sessions, logged-in customer data, and global state propagation.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49039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749039"/>
            <a:ext cx="338328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PERSISTENCE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062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LocalStorage API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Guarantees offline-capable, client-side data persistence for scheduled appointments and bookings.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 &amp; End-to-End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2468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Step 1: 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React UI Components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Navbar &amp; Footer</a:t>
            </a:r>
            <a:br/>
            <a:r>
              <a:t>• ServiceCard with images</a:t>
            </a:r>
            <a:br/>
            <a:r>
              <a:t>• ServiceList grid</a:t>
            </a:r>
            <a:br/>
            <a:r>
              <a:t>• BookingForm (3-Step)</a:t>
            </a:r>
            <a:br/>
            <a:r>
              <a:t>• Modal Dialogs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347472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463040"/>
            <a:ext cx="2468880" cy="6400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Step 2: Routing &amp;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945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React Router &amp; AuthContext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Dynamic paths (/book/:id)</a:t>
            </a:r>
            <a:br/>
            <a:r>
              <a:t>• URL Query parsing (?cat=&amp;q=)</a:t>
            </a:r>
            <a:br/>
            <a:r>
              <a:t>• Global User Session</a:t>
            </a:r>
            <a:br/>
            <a:r>
              <a:t>• Auth state propagation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47472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4688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Step 3: Business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Services Data &amp; Hooks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8 Service Catalog definitions</a:t>
            </a:r>
            <a:br/>
            <a:r>
              <a:t>• useMemo search/filter</a:t>
            </a:r>
            <a:br/>
            <a:r>
              <a:t>• Gallery image switcher</a:t>
            </a:r>
            <a:br/>
            <a:r>
              <a:t>• Slot selection validation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32520" y="347472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46888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Step 4: Persistence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945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LocalStorage Booking Engine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addBooking() with ID generation</a:t>
            </a:r>
            <a:br/>
            <a:r>
              <a:t>• getStoredBookings()</a:t>
            </a:r>
            <a:br/>
            <a:r>
              <a:t>• cancelBookingById()</a:t>
            </a:r>
            <a:br/>
            <a:r>
              <a:t>• Synchronous read/write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20"/>
            <a:ext cx="10728655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🔄 Clean Unidirectional Data Flow: User interaction triggers hook state changes → computed via useMemo → persisted to LocalStorage → real-time UI synchronization.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1: Landing Gateway &amp; Popular Services Showcase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Key Components &amp; Features: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Hero Headline &amp; Search Bar: </a:t>
            </a:r>
            <a:r>
              <a:rPr b="0">
                <a:solidFill>
                  <a:srgbClr val="475569"/>
                </a:solidFill>
              </a:rPr>
              <a:t>Intuitive search bar with instant keyword routing to the service discovery engine.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Quick Category Filter Pills: </a:t>
            </a:r>
            <a:r>
              <a:rPr b="0">
                <a:solidFill>
                  <a:srgbClr val="475569"/>
                </a:solidFill>
              </a:rPr>
              <a:t>Direct one-click filters for Electrical, Plumbing, Cleaning, AC &amp; Appliances, and Pest Control.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Authentic Service Photography: </a:t>
            </a:r>
            <a:r>
              <a:rPr b="0">
                <a:solidFill>
                  <a:srgbClr val="475569"/>
                </a:solidFill>
              </a:rPr>
              <a:t>Six featured services rendered with real photographic banners, prices, and star ratings.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Hover Micro-Interactions: </a:t>
            </a:r>
            <a:r>
              <a:rPr b="0">
                <a:solidFill>
                  <a:srgbClr val="475569"/>
                </a:solidFill>
              </a:rPr>
              <a:t>Cards feature smooth CSS scale-zoom effects (transform: scale(1.06)) and glassmorphic badge overlays.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Value Proposition &amp; Workflow: </a:t>
            </a:r>
            <a:r>
              <a:rPr b="0">
                <a:solidFill>
                  <a:srgbClr val="475569"/>
                </a:solidFill>
              </a:rPr>
              <a:t>3-Step 'How It Works' guide and homeowner trust highlights (30-day warranty, verified pros).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6304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1_home_page.png"/>
          <p:cNvPicPr>
            <a:picLocks noChangeAspect="1"/>
          </p:cNvPicPr>
          <p:nvPr/>
        </p:nvPicPr>
        <p:blipFill>
          <a:blip r:embed="rId2"/>
          <a:srcRect b="37000"/>
          <a:stretch>
            <a:fillRect/>
          </a:stretch>
        </p:blipFill>
        <p:spPr>
          <a:xfrm>
            <a:off x="6284828" y="1563624"/>
            <a:ext cx="4621063" cy="4315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97880" y="57607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1: Home Landing Page – Hero Section &amp; Real Service Card Banners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2: Service Catalog Discovery, Search &amp; Sorting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Dynamic Catalog Capabilities: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8 Domestic Categories: </a:t>
            </a:r>
            <a:r>
              <a:rPr b="0">
                <a:solidFill>
                  <a:srgbClr val="475569"/>
                </a:solidFill>
              </a:rPr>
              <a:t>Pills for All, Electrical, Plumbing, AC &amp; Appliances, Cleaning, Pest Control, Painting, and Carpentry.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Real-Time Filter Engine: </a:t>
            </a:r>
            <a:r>
              <a:rPr b="0">
                <a:solidFill>
                  <a:srgbClr val="475569"/>
                </a:solidFill>
              </a:rPr>
              <a:t>Instant search filtered across service names, detailed descriptions, and categories.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Multi-Tiered Sorting: </a:t>
            </a:r>
            <a:r>
              <a:rPr b="0">
                <a:solidFill>
                  <a:srgbClr val="475569"/>
                </a:solidFill>
              </a:rPr>
              <a:t>Sort services dynamically by Recommended, Highest Rated, Price: Low-to-High, and Price: High-to-Low.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Performance with useMemo: </a:t>
            </a:r>
            <a:r>
              <a:rPr b="0">
                <a:solidFill>
                  <a:srgbClr val="475569"/>
                </a:solidFill>
              </a:rPr>
              <a:t>Prevents unnecessary array re-filtering on unrelated parent re-renders.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Empty State Handling: </a:t>
            </a:r>
            <a:r>
              <a:rPr b="0">
                <a:solidFill>
                  <a:srgbClr val="475569"/>
                </a:solidFill>
              </a:rPr>
              <a:t>Displays clear feedback and a single-click 'Clear Filters' button when zero matches exist.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2_all_services_catalog.png"/>
          <p:cNvPicPr>
            <a:picLocks noChangeAspect="1"/>
          </p:cNvPicPr>
          <p:nvPr/>
        </p:nvPicPr>
        <p:blipFill>
          <a:blip r:embed="rId2"/>
          <a:srcRect l="847" t="-3541" r="-847" b="17705"/>
          <a:stretch>
            <a:fillRect/>
          </a:stretch>
        </p:blipFill>
        <p:spPr>
          <a:xfrm>
            <a:off x="5989320" y="973836"/>
            <a:ext cx="5394960" cy="5061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82640" y="5897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rPr dirty="0"/>
              <a:t>Figure 2: All Services Catalog – Filter Pills, Search Bar, and Service 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3: Service Details &amp; Interactive Multi-Photo Gallery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1148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Deep Service Inspector: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Full-Bleed Hero Banner: </a:t>
            </a:r>
            <a:r>
              <a:rPr b="0">
                <a:solidFill>
                  <a:srgbClr val="475569"/>
                </a:solidFill>
              </a:rPr>
              <a:t>High-resolution 340px photographic banner with floating category and quality badge tags.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Interactive Gallery Switcher: </a:t>
            </a:r>
            <a:r>
              <a:rPr b="0">
                <a:solidFill>
                  <a:srgbClr val="475569"/>
                </a:solidFill>
              </a:rPr>
              <a:t>For services with multiple photographs (e.g. Pest Control &amp; Sanitization), users can toggle between angles.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What's Included Checklist: </a:t>
            </a:r>
            <a:r>
              <a:rPr b="0">
                <a:solidFill>
                  <a:srgbClr val="475569"/>
                </a:solidFill>
              </a:rPr>
              <a:t>Complete transparency on diagnostic, labor, inspection, and post-service cleanup.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ServIQ Service Promise: </a:t>
            </a:r>
            <a:r>
              <a:rPr b="0">
                <a:solidFill>
                  <a:srgbClr val="475569"/>
                </a:solidFill>
              </a:rPr>
              <a:t>Highlights verified technician safety, transparent genuine spares, and 30-day warranty.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Sticky Booking Box: </a:t>
            </a:r>
            <a:r>
              <a:rPr b="0">
                <a:solidFill>
                  <a:srgbClr val="475569"/>
                </a:solidFill>
              </a:rPr>
              <a:t>Right sidebar remains sticky during scroll with direct time-slot booking CTA.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371600"/>
            <a:ext cx="6309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3_service_details_electric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08760"/>
            <a:ext cx="2926080" cy="3000756"/>
          </a:xfrm>
          <a:prstGeom prst="rect">
            <a:avLst/>
          </a:prstGeom>
        </p:spPr>
      </p:pic>
      <p:pic>
        <p:nvPicPr>
          <p:cNvPr id="12" name="Picture 11" descr="04_service_details_pest_control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508760"/>
            <a:ext cx="2926080" cy="31257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760720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Figures 3 &amp; 4: Left – Electrician Details with Inclusions | Right – Pest Control Multi-Photo Gallery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4: 3-Step Hassle-Free Appointment Booking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Booking Engineering Highlights: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Visual Service Spotlight: </a:t>
            </a:r>
            <a:r>
              <a:rPr b="0">
                <a:solidFill>
                  <a:srgbClr val="475569"/>
                </a:solidFill>
              </a:rPr>
              <a:t>Top banner previews selected service image, category, duration, rating, and upfront charge.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Service Switcher Dropdown: </a:t>
            </a:r>
            <a:r>
              <a:rPr b="0">
                <a:solidFill>
                  <a:srgbClr val="475569"/>
                </a:solidFill>
              </a:rPr>
              <a:t>Customers can switch services on the fly without navigating away from the scheduling screen.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Step 1: Date &amp; Slot Selection: </a:t>
            </a:r>
            <a:r>
              <a:rPr b="0">
                <a:solidFill>
                  <a:srgbClr val="475569"/>
                </a:solidFill>
              </a:rPr>
              <a:t>Restricts past date selection; provides 6 daily 2-hour slots (09:00 AM to 07:00 PM).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Step 2: Customer Address &amp; Phone: </a:t>
            </a:r>
            <a:r>
              <a:rPr b="0">
                <a:solidFill>
                  <a:srgbClr val="475569"/>
                </a:solidFill>
              </a:rPr>
              <a:t>Captures customer name, mobile contact, street address, and optional landmark (auto-filled if logged in).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Step 3: Flexible Payment Preference: </a:t>
            </a:r>
            <a:r>
              <a:rPr b="0">
                <a:solidFill>
                  <a:srgbClr val="475569"/>
                </a:solidFill>
              </a:rPr>
              <a:t>Choice between '💵 Pay after Service' and '💳 Pay Online'.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Real-Time Order Summary: </a:t>
            </a:r>
            <a:r>
              <a:rPr b="0">
                <a:solidFill>
                  <a:srgbClr val="475569"/>
                </a:solidFill>
              </a:rPr>
              <a:t>Dynamic sidebar confirms booked thumbnail, date, time slot, and total amount payable.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5_schedule_appointment_booking.png"/>
          <p:cNvPicPr>
            <a:picLocks noChangeAspect="1"/>
          </p:cNvPicPr>
          <p:nvPr/>
        </p:nvPicPr>
        <p:blipFill>
          <a:blip r:embed="rId2"/>
          <a:srcRect b="26876"/>
          <a:stretch>
            <a:fillRect/>
          </a:stretch>
        </p:blipFill>
        <p:spPr>
          <a:xfrm>
            <a:off x="5882640" y="1143095"/>
            <a:ext cx="5394960" cy="45901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97880" y="57607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5: Schedule Appointment Page – Spotlight Card, Slot Picker &amp; 3-Step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5: Official Booking Confirmation &amp; Receipt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Receipt Confirmation Highlights: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Auto-Generated Booking Reference: </a:t>
            </a:r>
            <a:r>
              <a:rPr b="0">
                <a:solidFill>
                  <a:srgbClr val="475569"/>
                </a:solidFill>
              </a:rPr>
              <a:t>Generates unique tracking identifier (e.g. #SRV-15376) for technician coordination.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Verified Technician Assignment: </a:t>
            </a:r>
            <a:r>
              <a:rPr b="0">
                <a:solidFill>
                  <a:srgbClr val="475569"/>
                </a:solidFill>
              </a:rPr>
              <a:t>Assures customer that a certified technician has been reserved for their specific slot.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Itemized Service Breakdown: </a:t>
            </a:r>
            <a:r>
              <a:rPr b="0">
                <a:solidFill>
                  <a:srgbClr val="475569"/>
                </a:solidFill>
              </a:rPr>
              <a:t>Displays thumbnail photo of booked service, schedule date/time, customer name, and exact price.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Location Verification: </a:t>
            </a:r>
            <a:r>
              <a:rPr b="0">
                <a:solidFill>
                  <a:srgbClr val="475569"/>
                </a:solidFill>
              </a:rPr>
              <a:t>Confirms destination address with optional landmark.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Seamless Post-Booking Actions: </a:t>
            </a:r>
            <a:r>
              <a:rPr b="0">
                <a:solidFill>
                  <a:srgbClr val="475569"/>
                </a:solidFill>
              </a:rPr>
              <a:t>Direct CTA buttons to 'View in My Bookings', 'Book Another Service', or navigate back Home.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6_booking_confirmed_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08760"/>
            <a:ext cx="5394960" cy="51561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97880" y="57607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6: Official Booking Confirmed Receipt – Unique Reference #SRV-15376 for Ajay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6: Appointment Dashboard &amp; Booking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Management Dashboard Features: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Interactive Status Tabs: </a:t>
            </a:r>
            <a:r>
              <a:rPr b="0">
                <a:solidFill>
                  <a:srgbClr val="475569"/>
                </a:solidFill>
              </a:rPr>
              <a:t>Filter appointments by All, Confirmed, Completed, or Cancelled with dynamic count badges.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Rich Photographic Cards: </a:t>
            </a:r>
            <a:r>
              <a:rPr b="0">
                <a:solidFill>
                  <a:srgbClr val="475569"/>
                </a:solidFill>
              </a:rPr>
              <a:t>Each appointment card displays the corresponding service's photo thumbnail, booking ID, address, date, and price.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Two-Step Cancellation Modal: </a:t>
            </a:r>
            <a:r>
              <a:rPr b="0">
                <a:solidFill>
                  <a:srgbClr val="475569"/>
                </a:solidFill>
              </a:rPr>
              <a:t>Active confirmed bookings can be cancelled with a confirmation modal, avoiding accidental clicks.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Immediate State Synchronization: </a:t>
            </a:r>
            <a:r>
              <a:rPr b="0">
                <a:solidFill>
                  <a:srgbClr val="475569"/>
                </a:solidFill>
              </a:rPr>
              <a:t>Cancelling an appointment updates LocalStorage and re-renders the dashboard instantly with zero page reload.</a:t>
            </a:r>
          </a:p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Re-booking Shortcut: </a:t>
            </a:r>
            <a:r>
              <a:rPr b="0">
                <a:solidFill>
                  <a:srgbClr val="475569"/>
                </a:solidFill>
              </a:rPr>
              <a:t>Completed or cancelled bookings feature a 'Book Again' button directing back to the scheduling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7_my_bookings_dashboard.png"/>
          <p:cNvPicPr>
            <a:picLocks noChangeAspect="1"/>
          </p:cNvPicPr>
          <p:nvPr/>
        </p:nvPicPr>
        <p:blipFill>
          <a:blip r:embed="rId2"/>
          <a:srcRect l="-847" t="-30907" r="847" b="25788"/>
          <a:stretch>
            <a:fillRect/>
          </a:stretch>
        </p:blipFill>
        <p:spPr>
          <a:xfrm>
            <a:off x="5852160" y="493776"/>
            <a:ext cx="5394960" cy="50932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97880" y="57607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7: My Bookings Dashboard – Status Tabs, Real Thumbnails &amp; Cancellation Controls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Core React Concepts Implemented in ServIQ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⚛️ Functional Components &amp; Props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Components like ServiceCard receive typed data objects, separating data from presentation.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const ServiceCard = ({ service }) =&gt; {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⚛️ Interactive State (useState)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Manages user search queries, active category tabs, gallery thumbnails, and form inputs.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const [activeImage, setActiveImage] = useState(service?.image);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718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815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⚛️ Performance (useMemo)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Memoizes filtered &amp; sorted service arrays to prevent expensive recalculations.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const filteredServices = useMemo(() =&gt; { ... }, [cat, search, sort]);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718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0815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⚛️ Side Effects (useEffect)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Synchronizes LocalStorage data on mount and updates customer details on user login.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useEffect(() =&gt; { setBookings(getStoredBookings()); }, []);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⚛️ Global Context (useContext)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Shares authentication state, user credentials, and logout dispatch globally.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const { currentUser } = useAuth();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681728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Arial"/>
              </a:defRPr>
            </a:pPr>
            <a:r>
              <a:t>⚛️ Conditional Rendering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Dynamically renders multi-photo gallery thumbs, status badges, and empty search results.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{gallery.length &gt; 1 &amp;&amp; &lt;GalleryThumbs images={gallery} /&gt;}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Quality Assurance &amp; Test Verification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Input / 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Home Landing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Visit http://localhost:5173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Hero banner, search bar, and 6 service cards with real images render cleanly.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Category Filter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Select 'Cleaning' pill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Grid filters to show only 'Full Home Deep Cleaning' card.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Keyword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Type 'plumb' in search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Instantly filters to Master Plumber Service; non-matching hidden.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Service Details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Click 'Details' on Electrician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Renders 340px hero banner, what's included list, and sticky price box.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Interactive Gallery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Click thumb 2 on Pest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Active hero banner switches smoothly to second sanitization image.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Slot Booking Form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Select date &amp; '11:00 AM' slot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Highlights selected slot in blue, updates right-hand order summary.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Receipt &amp;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Confirm booking for Ajay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Saved to LocalStorage, redirects to receipt with ID #SRV-15376.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Key Advantages &amp; Platform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972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⚡ 60-Second Booking Speed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Frictionless scheduling workflow eliminates tedious back-and-forth phone coordination.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109728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🏷️ 100% Upfront Fixed Rates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Eliminates diagnostic estimate anxiety by providing clear, fixed prices prior to technician dispatch.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🛡️ Safety &amp; 30-Day Guarantee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Background-checked professionals backed by free re-servicing if unsatisfied within 30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📸 Authentic Visual Experience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Real photography gives customers confidence in the professional quality of doorstep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💳 Zero Financial Risk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'Pay After Service' allows customers to inspect repairs before releasing cash or UPI payment.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109728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709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📱 Universal Device Support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Responsive layout functions flawlessly across smartphones, tablets, laptops, and wide monitors.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SERVIQ – REACT.JS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Roadmap &amp; Commercial Scalability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ServIQ Web Application | Developed by Ajay M (Junior Software Developer) | React.js &amp;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536192"/>
            <a:ext cx="118872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630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Payment Gateway Integration – </a:t>
            </a:r>
            <a:r>
              <a:rPr sz="1050" b="0">
                <a:solidFill>
                  <a:srgbClr val="475569"/>
                </a:solidFill>
              </a:rPr>
              <a:t>Direct integration with Razorpay and Stripe for automated credit/debit card checkout, netbanking, and UPI QR payments.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496312"/>
            <a:ext cx="1188720" cy="47548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SMS &amp; WhatsApp Notifications – </a:t>
            </a:r>
            <a:r>
              <a:rPr sz="1050" b="0">
                <a:solidFill>
                  <a:srgbClr val="475569"/>
                </a:solidFill>
              </a:rPr>
              <a:t>Automated real-time dispatch alerts and appointment reminders sent to customer mobile numbers via Twilio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3456432"/>
            <a:ext cx="1188720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832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Live GPS Technician Tracking – </a:t>
            </a:r>
            <a:r>
              <a:rPr sz="1050" b="0">
                <a:solidFill>
                  <a:srgbClr val="475569"/>
                </a:solidFill>
              </a:rPr>
              <a:t>Interactive Leaflet / Google Maps interface displaying technician transit status and estimated arrival time (ETA).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5196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416552"/>
            <a:ext cx="1188720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34340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Technician Mobile Companion – </a:t>
            </a:r>
            <a:r>
              <a:rPr sz="1050" b="0">
                <a:solidFill>
                  <a:srgbClr val="475569"/>
                </a:solidFill>
              </a:rPr>
              <a:t>Dedicated portal for certified technicians to accept jobs, navigate to customer premises, and upload job completion photos.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5376672"/>
            <a:ext cx="1188720" cy="47548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03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Ratings &amp; Photo Reviews – </a:t>
            </a:r>
            <a:r>
              <a:rPr sz="1050" b="0">
                <a:solidFill>
                  <a:srgbClr val="475569"/>
                </a:solidFill>
              </a:rPr>
              <a:t>Community review submission enabling customers to post photo proof and 5-star ratings post service.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9985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0" y="1463040"/>
            <a:ext cx="8138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Thank You!</a:t>
            </a:r>
          </a:p>
          <a:p>
            <a:pPr algn="ctr">
              <a:spcAft>
                <a:spcPts val="16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rPr dirty="0" err="1"/>
              <a:t>ServIQ</a:t>
            </a:r>
            <a:r>
              <a:rPr dirty="0"/>
              <a:t> – Doorstep Home &amp; Electrical Services Booking Platform</a:t>
            </a:r>
          </a:p>
          <a:p>
            <a:pPr algn="ctr">
              <a:spcAft>
                <a:spcPts val="2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rPr dirty="0"/>
              <a:t>A modern, reliable, and user-friendly digital solution developed with React.js, Vite, and modern Web engineering principles.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/>
              <a:t>Developed &amp; Presented by:</a:t>
            </a:r>
            <a:br>
              <a:rPr dirty="0"/>
            </a:br>
            <a:r>
              <a:rPr dirty="0"/>
              <a:t>Ajay M (Junior Software Developer)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rPr dirty="0"/>
              <a:t>Questions &amp; Feedback Welcome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2568</Words>
  <Application>Microsoft Office PowerPoint</Application>
  <PresentationFormat>Widescreen</PresentationFormat>
  <Paragraphs>236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M</cp:lastModifiedBy>
  <cp:revision>2</cp:revision>
  <dcterms:created xsi:type="dcterms:W3CDTF">2013-01-27T09:14:16Z</dcterms:created>
  <dcterms:modified xsi:type="dcterms:W3CDTF">2026-09-17T16:46:53Z</dcterms:modified>
  <cp:category/>
</cp:coreProperties>
</file>